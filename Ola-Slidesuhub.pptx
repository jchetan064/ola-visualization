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5" Type="http://schemas.openxmlformats.org/officeDocument/2006/relationships/image" Target="../media/image11.png"/><Relationship Id="rId10" Type="http://schemas.openxmlformats.org/officeDocument/2006/relationships/image" Target="../media/image5.png"/><Relationship Id="rId19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8.sv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25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5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4.png"/><Relationship Id="rId2" Type="http://schemas.openxmlformats.org/officeDocument/2006/relationships/image" Target="../media/image8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11.png"/><Relationship Id="rId10" Type="http://schemas.openxmlformats.org/officeDocument/2006/relationships/image" Target="../media/image19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-1" y="0"/>
            <a:ext cx="35074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50747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=""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=""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=""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=""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=""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454863"/>
            <a:ext cx="2355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2" y="3564427"/>
            <a:ext cx="2355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103568" y="4654395"/>
            <a:ext cx="2418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235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=""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=""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481906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-1" y="2132399"/>
            <a:ext cx="3481905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=""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=""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=""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=""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=""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431328"/>
            <a:ext cx="2330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634886"/>
            <a:ext cx="2392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=""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=""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436513"/>
              </p:ext>
            </p:extLst>
          </p:nvPr>
        </p:nvGraphicFramePr>
        <p:xfrm>
          <a:off x="3731921" y="877266"/>
          <a:ext cx="8111555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970">
                  <a:extLst>
                    <a:ext uri="{9D8B030D-6E8A-4147-A177-3AD203B41FA5}">
                      <a16:colId xmlns="" xmlns:a16="http://schemas.microsoft.com/office/drawing/2014/main" val="948218640"/>
                    </a:ext>
                  </a:extLst>
                </a:gridCol>
                <a:gridCol w="1645652">
                  <a:extLst>
                    <a:ext uri="{9D8B030D-6E8A-4147-A177-3AD203B41FA5}">
                      <a16:colId xmlns="" xmlns:a16="http://schemas.microsoft.com/office/drawing/2014/main" val="1142671774"/>
                    </a:ext>
                  </a:extLst>
                </a:gridCol>
                <a:gridCol w="1622311">
                  <a:extLst>
                    <a:ext uri="{9D8B030D-6E8A-4147-A177-3AD203B41FA5}">
                      <a16:colId xmlns="" xmlns:a16="http://schemas.microsoft.com/office/drawing/2014/main" val="2133676044"/>
                    </a:ext>
                  </a:extLst>
                </a:gridCol>
                <a:gridCol w="1622311">
                  <a:extLst>
                    <a:ext uri="{9D8B030D-6E8A-4147-A177-3AD203B41FA5}">
                      <a16:colId xmlns="" xmlns:a16="http://schemas.microsoft.com/office/drawing/2014/main" val="238428340"/>
                    </a:ext>
                  </a:extLst>
                </a:gridCol>
                <a:gridCol w="1622311">
                  <a:extLst>
                    <a:ext uri="{9D8B030D-6E8A-4147-A177-3AD203B41FA5}">
                      <a16:colId xmlns=""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30" y="1354186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236" y="2119166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=""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953" y="2604087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792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167" y="4374146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292" y="4940430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157" y="5758055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-1" y="0"/>
            <a:ext cx="35074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50747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=""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=""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=""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=""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=""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432151"/>
            <a:ext cx="2355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634886"/>
            <a:ext cx="2418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=""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=""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52112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521122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=""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=""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=""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=""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=""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435766"/>
            <a:ext cx="2369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648751"/>
            <a:ext cx="2431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=""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=""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=""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666909"/>
              </p:ext>
            </p:extLst>
          </p:nvPr>
        </p:nvGraphicFramePr>
        <p:xfrm>
          <a:off x="3614503" y="1705192"/>
          <a:ext cx="7953113" cy="1576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159">
                  <a:extLst>
                    <a:ext uri="{9D8B030D-6E8A-4147-A177-3AD203B41FA5}">
                      <a16:colId xmlns="" xmlns:a16="http://schemas.microsoft.com/office/drawing/2014/main" val="3240030786"/>
                    </a:ext>
                  </a:extLst>
                </a:gridCol>
                <a:gridCol w="1136159">
                  <a:extLst>
                    <a:ext uri="{9D8B030D-6E8A-4147-A177-3AD203B41FA5}">
                      <a16:colId xmlns="" xmlns:a16="http://schemas.microsoft.com/office/drawing/2014/main" val="2402877333"/>
                    </a:ext>
                  </a:extLst>
                </a:gridCol>
                <a:gridCol w="1136159">
                  <a:extLst>
                    <a:ext uri="{9D8B030D-6E8A-4147-A177-3AD203B41FA5}">
                      <a16:colId xmlns="" xmlns:a16="http://schemas.microsoft.com/office/drawing/2014/main" val="1500979162"/>
                    </a:ext>
                  </a:extLst>
                </a:gridCol>
                <a:gridCol w="1136159">
                  <a:extLst>
                    <a:ext uri="{9D8B030D-6E8A-4147-A177-3AD203B41FA5}">
                      <a16:colId xmlns="" xmlns:a16="http://schemas.microsoft.com/office/drawing/2014/main" val="2849971109"/>
                    </a:ext>
                  </a:extLst>
                </a:gridCol>
                <a:gridCol w="1136159">
                  <a:extLst>
                    <a:ext uri="{9D8B030D-6E8A-4147-A177-3AD203B41FA5}">
                      <a16:colId xmlns="" xmlns:a16="http://schemas.microsoft.com/office/drawing/2014/main" val="1471429531"/>
                    </a:ext>
                  </a:extLst>
                </a:gridCol>
                <a:gridCol w="1136159">
                  <a:extLst>
                    <a:ext uri="{9D8B030D-6E8A-4147-A177-3AD203B41FA5}">
                      <a16:colId xmlns="" xmlns:a16="http://schemas.microsoft.com/office/drawing/2014/main" val="4044223873"/>
                    </a:ext>
                  </a:extLst>
                </a:gridCol>
                <a:gridCol w="1136159">
                  <a:extLst>
                    <a:ext uri="{9D8B030D-6E8A-4147-A177-3AD203B41FA5}">
                      <a16:colId xmlns=""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45770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-1" y="5530674"/>
            <a:ext cx="3425225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=""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=""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=""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=""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=""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438136"/>
            <a:ext cx="2273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5" y="4597596"/>
            <a:ext cx="2315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=""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=""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206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=""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524288"/>
              </p:ext>
            </p:extLst>
          </p:nvPr>
        </p:nvGraphicFramePr>
        <p:xfrm>
          <a:off x="3614502" y="4016172"/>
          <a:ext cx="7985593" cy="1576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799">
                  <a:extLst>
                    <a:ext uri="{9D8B030D-6E8A-4147-A177-3AD203B41FA5}">
                      <a16:colId xmlns="" xmlns:a16="http://schemas.microsoft.com/office/drawing/2014/main" val="3240030786"/>
                    </a:ext>
                  </a:extLst>
                </a:gridCol>
                <a:gridCol w="1140799">
                  <a:extLst>
                    <a:ext uri="{9D8B030D-6E8A-4147-A177-3AD203B41FA5}">
                      <a16:colId xmlns="" xmlns:a16="http://schemas.microsoft.com/office/drawing/2014/main" val="2402877333"/>
                    </a:ext>
                  </a:extLst>
                </a:gridCol>
                <a:gridCol w="1140799">
                  <a:extLst>
                    <a:ext uri="{9D8B030D-6E8A-4147-A177-3AD203B41FA5}">
                      <a16:colId xmlns="" xmlns:a16="http://schemas.microsoft.com/office/drawing/2014/main" val="1500979162"/>
                    </a:ext>
                  </a:extLst>
                </a:gridCol>
                <a:gridCol w="1140799">
                  <a:extLst>
                    <a:ext uri="{9D8B030D-6E8A-4147-A177-3AD203B41FA5}">
                      <a16:colId xmlns="" xmlns:a16="http://schemas.microsoft.com/office/drawing/2014/main" val="2849971109"/>
                    </a:ext>
                  </a:extLst>
                </a:gridCol>
                <a:gridCol w="1140799">
                  <a:extLst>
                    <a:ext uri="{9D8B030D-6E8A-4147-A177-3AD203B41FA5}">
                      <a16:colId xmlns="" xmlns:a16="http://schemas.microsoft.com/office/drawing/2014/main" val="1471429531"/>
                    </a:ext>
                  </a:extLst>
                </a:gridCol>
                <a:gridCol w="1140799">
                  <a:extLst>
                    <a:ext uri="{9D8B030D-6E8A-4147-A177-3AD203B41FA5}">
                      <a16:colId xmlns="" xmlns:a16="http://schemas.microsoft.com/office/drawing/2014/main" val="4044223873"/>
                    </a:ext>
                  </a:extLst>
                </a:gridCol>
                <a:gridCol w="1140799">
                  <a:extLst>
                    <a:ext uri="{9D8B030D-6E8A-4147-A177-3AD203B41FA5}">
                      <a16:colId xmlns=""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=""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Gajanan</dc:creator>
  <cp:lastModifiedBy>Microsoft account</cp:lastModifiedBy>
  <cp:revision>10</cp:revision>
  <dcterms:created xsi:type="dcterms:W3CDTF">2024-10-05T18:58:27Z</dcterms:created>
  <dcterms:modified xsi:type="dcterms:W3CDTF">2026-01-11T06:16:34Z</dcterms:modified>
</cp:coreProperties>
</file>